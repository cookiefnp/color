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E31BE-27B6-B12C-A4DC-A8E5DAEBC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C06F6A-9B76-5375-5A03-091ED6C43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2F24D9-566E-895D-5843-E6BA6403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FAD41-64AA-2B00-6ED1-92BFC500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EF765-BE99-E6AC-D412-36DA0A3D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7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FAA22-2FC0-EF7A-3D26-BB49CD0E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DF914-B879-82A4-02A6-440816041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3C1C1-17B3-5986-334E-19FF3D79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BE57D0-C89E-222C-A88F-E1CB363A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F492E4-AC8A-CCF1-86B6-725F6322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31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0A402-52A9-1404-0983-6C404B8E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1C213-9350-57C4-366B-D708F762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D5BA2C-705C-A718-F275-C5D4A8F1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C66033-D3D6-7787-6C97-28A640A2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8A7AE-F164-0654-095B-2BA80B1F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08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4AB94-5D65-5DFF-5753-31F0EB5E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11CFC9-27FC-AB2A-90B6-22A1C624C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C042D-FEC1-536A-6B77-E44B014DA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B5A444-2754-081A-26FD-79C73285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548929-4DDC-8D3F-01C8-61294E57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907FB5-D9B8-B1CE-FC22-78341F24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4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B0971-F2DD-BD28-A8C0-E2A0D109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3184A-6DFB-5B60-C4F5-EA182B585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D071C0-0DB1-8B3B-B9E7-7F8496B42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2A4735-9DAF-21E9-946E-ACC9DB204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B27915-3974-5BA8-04F8-A5E04E97C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EF34E-82A3-15A7-A63E-DFAFBAD88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68B56F-02F2-A9E5-0ECB-691D4FE4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B64D63-F51A-95B6-1507-3B290515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9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09299-B1CB-83AD-782D-4CAA1F29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DAAD99-CBC7-59A0-9186-B83CF604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D3D44C-A021-8CEC-B7EF-329A22A6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1A8AA6-29B7-8A6F-A0A1-C4BA3C29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2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5B935F-8C9E-4D74-2CBA-5A1D9FD2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5B8F0E-F96F-B873-821F-C499ED1B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B434D1-2461-8EFD-FB42-3964A7426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66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BD01E-8C07-1FC2-B0BE-E91C31DA2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6DA4C-F564-EEFA-8DA9-83F622F8D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C27A80-7CC9-272F-DEA2-C227F93F9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89751B-F9AF-F684-511D-62DBF006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696047-49C4-140A-E9DF-CF10747A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B876C7-17BC-2A8D-5937-E4A63CBD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6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5999A-8AB2-D82D-1759-FA5318D4A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BE9EC7-7EBD-6FF0-4AD0-3435476DD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DAE759-BD49-65F6-60CC-6B8F486F9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4659A0-64B6-E148-3BA7-C7670479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321B21-F846-B997-6C6F-02A7D555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8245C1-CD51-064C-0896-59BDAC7D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92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0A792-488A-DF25-B3EB-D496AF81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3BAE8A-E11E-F0EE-95AC-18A2CF31E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948BEA-0537-0637-F001-A4580B5F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23FEA-5DAA-5A71-F601-C96D26EE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2520D8-B3E9-6818-EB96-37233B27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63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447A89-04C2-6D93-644F-B88DE3E50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BB24E3-79F4-A1C4-E83D-BB2E67949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F5D1C-7D11-83DD-E9F8-FE748B8B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F29F8-74D6-45CE-06FB-5E3FD5D0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91D385-E1F3-65CB-3E0B-C4D30A3A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1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C7AA37-26BE-712D-40C3-8C91FAE1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A6EB58-67A5-4B8B-ED03-75B6B4175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12719-8B9C-A4C4-A2E4-491A5B9F0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905E-9AC2-48A3-BE23-694871F1374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E7EE6-9D63-57B4-EEE5-9554D8759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38694-A0FB-1FE7-0A90-2C8F9D84A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1AB23-CF56-4408-A00F-5AFF93485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67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0FFE7B-E205-D5BC-F68C-9D7C40725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739"/>
            <a:ext cx="12192000" cy="459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0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5717C-5F6B-7983-0028-9AE48C97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5B7437-37DA-3938-3141-2AD64F73F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366DFF-CD31-7329-0D98-E9F7D9B7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0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033A4-AFB7-0342-7762-C55DFA66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386A6-60C9-28EA-7091-EEEE124C9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913C57-9D63-9558-8B89-E6864293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33"/>
            <a:ext cx="12192000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02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Morian Youko</dc:creator>
  <cp:lastModifiedBy>Morian Youko</cp:lastModifiedBy>
  <cp:revision>1</cp:revision>
  <dcterms:created xsi:type="dcterms:W3CDTF">2026-07-02T09:35:08Z</dcterms:created>
  <dcterms:modified xsi:type="dcterms:W3CDTF">2026-07-02T09:36:03Z</dcterms:modified>
</cp:coreProperties>
</file>