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DC4A1-A3E5-BE8A-D475-9BC505F28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30BA68-592B-E836-764E-A8794F08C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E6DD59-B27F-7FC2-617D-0EEA2797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F5F5-F6EE-4BEA-9F43-9A83E641005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D120E2-801D-875D-70BE-F6BB4D90D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9520E-E5B2-F8F8-DC12-A40CE4D52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BA911-D2CD-4B4E-8337-4E4B9A200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142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087E6C-93D6-E871-61F1-31B2890A9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5EAF34-1CB7-DAF3-17FF-5596C79BA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66E019-107F-7F76-E731-754463D9F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F5F5-F6EE-4BEA-9F43-9A83E641005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4EBE0C-734C-C1FE-9AD1-1C6FC07F9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B6B141-A76B-CE49-C7F7-DC0D57738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BA911-D2CD-4B4E-8337-4E4B9A200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103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D7D73C-B0B8-1070-A652-9DCCC4F1A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6ACA9A-3B52-11BB-6A3F-5B9B9FE39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CFE0F1-6CD5-7E55-386A-5480A0156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F5F5-F6EE-4BEA-9F43-9A83E641005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21DBD3-582B-C7BA-01EA-F200093C1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3CA3AF-8B67-1185-15C4-3EDD97963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BA911-D2CD-4B4E-8337-4E4B9A200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209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73DA9C-CAEA-AC12-14E5-202357EFE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C2EA28-E886-F784-0111-599A1F427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614DC5-A532-32B2-3058-11E9EB964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21C214-6C7D-0161-F114-98A2503DB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F5F5-F6EE-4BEA-9F43-9A83E641005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D1B6DA-D103-FCDD-C26F-B16D4A7B5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372BAA-ECCB-6055-4C9B-2FE197DE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BA911-D2CD-4B4E-8337-4E4B9A200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55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6CCCB-3900-7837-AFFD-43484E659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8FEAC7-13B9-3262-25EA-4DA89B93E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BC23C6-48D0-AD09-A211-2D25215E7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8916D00-AD18-6A57-0D61-0D209BB01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43AD75-7F98-6968-830D-77BF45136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D5F0E4-B68D-8638-8426-4E0C24360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F5F5-F6EE-4BEA-9F43-9A83E641005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60EE596-D202-58C7-F3AE-A89F5FCC0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8C1BC5-8316-22AD-05BE-A39D78BEE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BA911-D2CD-4B4E-8337-4E4B9A200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134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6807FC-4E72-70A5-2ADD-86E907D58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93F8E7-E2A2-18BE-D4EA-A5AFE8304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F5F5-F6EE-4BEA-9F43-9A83E641005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9EE13B-91A5-7CEE-6801-FA2B00583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C0286D-1AC2-7025-E360-C548D90AD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BA911-D2CD-4B4E-8337-4E4B9A200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119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9AC48D1-0B77-D658-2D37-AD46718AD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F5F5-F6EE-4BEA-9F43-9A83E641005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8FD6DF-55EE-F425-75FA-4D695805D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04BB9C-DB11-2B77-BB25-61742196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BA911-D2CD-4B4E-8337-4E4B9A200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003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CB1EE-0A12-1026-5E2C-DA686B706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D0907-48FA-4AFF-E238-E42560C21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789742-E887-F597-A8B5-929F3656B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5E1F73-5749-921E-EF58-2B6EA0498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F5F5-F6EE-4BEA-9F43-9A83E641005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D4AAAB-360F-A863-EBDB-FE285D3BC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6266A3-021B-07DA-2E68-038257124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BA911-D2CD-4B4E-8337-4E4B9A200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090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C7412A-9BB3-EA0A-5CC8-4AB18D05A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B66C9E-373F-B4E6-C23D-23A45ED746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E3D1C4-4543-77C1-E2CD-271EB43CC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1E1A50-7358-AD4E-A0E4-290E1926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F5F5-F6EE-4BEA-9F43-9A83E641005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0263D2-E5A9-6FC6-4E12-106D0B975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D8735E-F66D-B260-3936-B8089C133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BA911-D2CD-4B4E-8337-4E4B9A200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294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42BB5-F3CC-CF10-791E-61007F38A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CA7C9C-EFEF-4631-3878-0F984A14D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EAD234-6323-6614-97CD-DBAC0E1C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F5F5-F6EE-4BEA-9F43-9A83E641005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B06F16-D8E0-C0FD-FF8B-085F3F83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993B8F-83DA-549E-5404-FE5FD5B73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BA911-D2CD-4B4E-8337-4E4B9A200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4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CF41E9-83F8-5611-2588-94A753E621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95EDE9-E2E4-2FA8-3B59-42B4A6825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41CCC4-2ADA-8B2D-D68C-8B090D290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F5F5-F6EE-4BEA-9F43-9A83E641005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B9F1FA-1BF7-BF96-AEFC-F423B4E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5A85A5-682B-64A5-F808-7667DD6F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BA911-D2CD-4B4E-8337-4E4B9A200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900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089E7A-DD93-F842-3F30-222C40A6A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8F01DC-45DE-20BC-E8AE-46B56E29B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B6D118-D9B9-056F-8089-FF60938840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4F5F5-F6EE-4BEA-9F43-9A83E641005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B301FC-994B-873B-4AAB-738809D8B8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DE0F4-26F4-3AB4-6D1A-92FF38592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BA911-D2CD-4B4E-8337-4E4B9A200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395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10CC99-E232-F99A-4D4E-31C9159FFF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强光场景方案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6DAB34-4B4B-6A3D-7F5F-DF35C9C4D8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642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E21B3C8-152A-93D7-0E0F-432FAF4AD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127" y="3086338"/>
            <a:ext cx="4298164" cy="23878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8EE5DA1-267A-CFE9-CB43-C3FD5D9EF70F}"/>
              </a:ext>
            </a:extLst>
          </p:cNvPr>
          <p:cNvSpPr txBox="1"/>
          <p:nvPr/>
        </p:nvSpPr>
        <p:spPr>
          <a:xfrm>
            <a:off x="6624950" y="5579113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output_strong_alpha05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158D294-E20D-9E88-4767-C9E17187C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8" y="212748"/>
            <a:ext cx="3778618" cy="209923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97CF031-D9C5-45B5-C753-0184B3F82797}"/>
              </a:ext>
            </a:extLst>
          </p:cNvPr>
          <p:cNvSpPr txBox="1"/>
          <p:nvPr/>
        </p:nvSpPr>
        <p:spPr>
          <a:xfrm>
            <a:off x="800862" y="2302315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output_strong_base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D31D32D-5287-040F-F7B5-B30D7E2BEC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793" y="126898"/>
            <a:ext cx="4008148" cy="222674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6856120-C06D-B4AB-EB33-0CDE5E42F373}"/>
              </a:ext>
            </a:extLst>
          </p:cNvPr>
          <p:cNvSpPr txBox="1"/>
          <p:nvPr/>
        </p:nvSpPr>
        <p:spPr>
          <a:xfrm>
            <a:off x="5010593" y="2370408"/>
            <a:ext cx="6959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output_strong_chart_gray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FDE8C91-D24D-61F9-28CF-25733DA525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84" y="3252336"/>
            <a:ext cx="3934709" cy="218594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4DBFD8F4-ACCD-D8D5-32E0-35A62A28505D}"/>
              </a:ext>
            </a:extLst>
          </p:cNvPr>
          <p:cNvSpPr txBox="1"/>
          <p:nvPr/>
        </p:nvSpPr>
        <p:spPr>
          <a:xfrm>
            <a:off x="886068" y="5511020"/>
            <a:ext cx="6959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output_strong_gray_world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18BA515-9158-4B95-ACB9-9EE74804B1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237" y="212748"/>
            <a:ext cx="3567547" cy="198197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4DB4BFEA-A5AE-421D-A005-505B2E93A900}"/>
              </a:ext>
            </a:extLst>
          </p:cNvPr>
          <p:cNvSpPr txBox="1"/>
          <p:nvPr/>
        </p:nvSpPr>
        <p:spPr>
          <a:xfrm>
            <a:off x="9010168" y="2272882"/>
            <a:ext cx="6959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output_strong_wb_alpha05</a:t>
            </a:r>
          </a:p>
        </p:txBody>
      </p:sp>
    </p:spTree>
    <p:extLst>
      <p:ext uri="{BB962C8B-B14F-4D97-AF65-F5344CB8AC3E}">
        <p14:creationId xmlns:p14="http://schemas.microsoft.com/office/powerpoint/2010/main" val="3449542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BE06C48-C89F-4167-4CC8-AA3C7DDAF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601" y="554338"/>
            <a:ext cx="9415416" cy="40519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030B9B5-3C23-AA9B-F052-76B42D179801}"/>
              </a:ext>
            </a:extLst>
          </p:cNvPr>
          <p:cNvSpPr txBox="1"/>
          <p:nvPr/>
        </p:nvSpPr>
        <p:spPr>
          <a:xfrm>
            <a:off x="314325" y="4952931"/>
            <a:ext cx="60942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output_strong_chart_gray</a:t>
            </a:r>
            <a:br>
              <a:rPr lang="zh-CN" altLang="zh-CN" dirty="0"/>
            </a:br>
            <a:r>
              <a:rPr lang="zh-CN" altLang="zh-CN" dirty="0"/>
              <a:t>white_balance = chart_gray</a:t>
            </a:r>
            <a:br>
              <a:rPr lang="zh-CN" altLang="zh-CN" dirty="0"/>
            </a:br>
            <a:r>
              <a:rPr lang="zh-CN" altLang="zh-CN" dirty="0"/>
              <a:t>alpha = 0.5</a:t>
            </a:r>
            <a:br>
              <a:rPr lang="zh-CN" altLang="zh-CN" dirty="0"/>
            </a:br>
            <a:r>
              <a:rPr lang="zh-CN" altLang="zh-CN" dirty="0"/>
              <a:t>target_mean_deltaE = 2.088</a:t>
            </a:r>
            <a:br>
              <a:rPr lang="zh-CN" altLang="zh-CN" dirty="0"/>
            </a:br>
            <a:r>
              <a:rPr lang="zh-CN" altLang="zh-CN" dirty="0"/>
              <a:t>harm_rate = 8.3%</a:t>
            </a:r>
            <a:br>
              <a:rPr lang="zh-CN" altLang="zh-CN" dirty="0"/>
            </a:br>
            <a:r>
              <a:rPr lang="zh-CN" altLang="zh-CN" dirty="0"/>
              <a:t>classification_acc = 100%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CFCB6F-70D0-1715-A568-78A38C91CF1E}"/>
              </a:ext>
            </a:extLst>
          </p:cNvPr>
          <p:cNvSpPr txBox="1"/>
          <p:nvPr/>
        </p:nvSpPr>
        <p:spPr>
          <a:xfrm>
            <a:off x="5260398" y="5079814"/>
            <a:ext cx="60942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在强光场景下，完整 root_poly2 校正会产生过补偿，尤其是 b 轴黄蓝方向被拉过头；加入校正强度控制后，alpha=0.5 可以显著降低胶块 ΔE，并把分类正确率提升到 100%。色卡灰阶白平衡在配合 alpha=0.5 时效果最好，但单独使用白平衡并不能解决完整校正过头的问题。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5567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167</Words>
  <Application>Microsoft Office PowerPoint</Application>
  <PresentationFormat>宽屏</PresentationFormat>
  <Paragraphs>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强光场景方案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Morian Youko</dc:creator>
  <cp:lastModifiedBy>Morian Youko</cp:lastModifiedBy>
  <cp:revision>3</cp:revision>
  <dcterms:created xsi:type="dcterms:W3CDTF">2026-07-07T02:50:11Z</dcterms:created>
  <dcterms:modified xsi:type="dcterms:W3CDTF">2026-07-07T02:55:50Z</dcterms:modified>
</cp:coreProperties>
</file>